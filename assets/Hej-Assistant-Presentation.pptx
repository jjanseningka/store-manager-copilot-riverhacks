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8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ost.jansen/Local/agent_framework/challenge_3_riverhacks/Ikea_logo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09728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daily commercial briefing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IKEA store managers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931920"/>
            <a:ext cx="2743200" cy="36576"/>
          </a:xfrm>
          <a:prstGeom prst="rect">
            <a:avLst/>
          </a:prstGeom>
          <a:solidFill>
            <a:srgbClr val="FFDA1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RiverHacks Hackathon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managers are overwhelmed by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morning, IKEA store managers must check multiple systems to understand their store's commercial performance. This wastes time and creates blind spots.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2011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to check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stock, forecasts, promotions, margins — scattered across tools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011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lost daily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data gathering before the store even opens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60320" cy="2011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tells managers what to focus on today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RiverHacks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8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co-worker. One morning briefing.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generates a daily commercial briefing powered by AI — combining sales, stock, margin, and forecast data into actionable insights.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286000"/>
          </a:xfrm>
          <a:prstGeom prst="rect">
            <a:avLst/>
          </a:prstGeom>
          <a:solidFill>
            <a:srgbClr val="0D8A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report with KPIs, trends, and prioritised actions. Export to PDF.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103120"/>
            <a:ext cx="2560320" cy="2286000"/>
          </a:xfrm>
          <a:prstGeom prst="rect">
            <a:avLst/>
          </a:prstGeom>
          <a:solidFill>
            <a:srgbClr val="0D8A73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Me Anything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your store data. What-if scenarios, deep dives, follow-ups.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560320" cy="2286000"/>
          </a:xfrm>
          <a:prstGeom prst="rect">
            <a:avLst/>
          </a:prstGeom>
          <a:solidFill>
            <a:srgbClr val="0D8A73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Auto-surfaced critical issues on page load. No manual checks needed.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Three core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 Manager Experience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selector with 8 IKEA locations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KPI snapshot cards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alerts banner with severity levels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briefing with PDF export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 Skapa design language</a:t>
            </a:r>
            <a:endParaRPr lang="en-US" sz="1200" dirty="0"/>
          </a:p>
        </p:txBody>
      </p:sp>
      <p:pic>
        <p:nvPicPr>
          <p:cNvPr id="6" name="Image 0" descr="/Users/joost.jansen/Local/agent_framework/challenge_3_riverhacks/assets/architecture-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914400"/>
            <a:ext cx="4389120" cy="3200400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Built with FastAPI + Claude Sonnet 4.6 + Skapa Design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pic>
        <p:nvPicPr>
          <p:cNvPr id="5" name="Image 0" descr="/Users/joost.jansen/Local/agent_framework/challenge_3_riverhacks/imag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41148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9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Vision</a:t>
            </a:r>
            <a:endParaRPr lang="en-US" sz="900" dirty="0"/>
          </a:p>
        </p:txBody>
      </p:sp>
      <p:pic>
        <p:nvPicPr>
          <p:cNvPr id="7" name="Image 1" descr="/Users/joost.jansen/Local/agent_framework/challenge_3_riverhacks/assets/architecture-sys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41148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9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10 of 11 target components built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Speed, Quality, and IKEA Identity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463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with tool-calling.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tools, 10-round loop,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critic-refine pipeline.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REST endpoints.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Async, lightweight,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deployable unit.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46304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Skapa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 design tokens.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Noto IKEA font.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Brand-native UI.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560320" cy="146304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450K+ rows analysed.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analysis functions.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aggregation.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108960"/>
            <a:ext cx="2560320" cy="1463040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Scheduler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refresh every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min. Pre-warmed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cache per store.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108960"/>
            <a:ext cx="2560320" cy="1463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Deploy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checks, auto-scale.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config.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Technology Stack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PROCESS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AI Agent Reasons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58A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manager asks a question or requests a briefing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572768"/>
            <a:ext cx="274320" cy="0"/>
          </a:xfrm>
          <a:prstGeom prst="line">
            <a:avLst/>
          </a:prstGeom>
          <a:noFill/>
          <a:ln w="19050">
            <a:solidFill>
              <a:srgbClr val="92929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411480" cy="411480"/>
          </a:xfrm>
          <a:prstGeom prst="ellipse">
            <a:avLst/>
          </a:prstGeom>
          <a:solidFill>
            <a:srgbClr val="0058A3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analyses intent and selects from 20 analysis tools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572768"/>
            <a:ext cx="274320" cy="0"/>
          </a:xfrm>
          <a:prstGeom prst="line">
            <a:avLst/>
          </a:prstGeom>
          <a:noFill/>
          <a:ln w="19050">
            <a:solidFill>
              <a:srgbClr val="92929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411480" cy="411480"/>
          </a:xfrm>
          <a:prstGeom prst="ellipse">
            <a:avLst/>
          </a:prstGeom>
          <a:solidFill>
            <a:srgbClr val="0058A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query sales, stock, margin, and forecast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0058A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combines results into IKEA-tone narrative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218688"/>
            <a:ext cx="274320" cy="0"/>
          </a:xfrm>
          <a:prstGeom prst="line">
            <a:avLst/>
          </a:prstGeom>
          <a:noFill/>
          <a:ln w="19050">
            <a:solidFill>
              <a:srgbClr val="92929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91840" y="3017520"/>
            <a:ext cx="411480" cy="411480"/>
          </a:xfrm>
          <a:prstGeom prst="ellipse">
            <a:avLst/>
          </a:prstGeom>
          <a:solidFill>
            <a:srgbClr val="0058A3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947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references and numbers are verified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3218688"/>
            <a:ext cx="274320" cy="0"/>
          </a:xfrm>
          <a:prstGeom prst="line">
            <a:avLst/>
          </a:prstGeom>
          <a:noFill/>
          <a:ln w="19050">
            <a:solidFill>
              <a:srgbClr val="92929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3017520"/>
            <a:ext cx="411480" cy="411480"/>
          </a:xfrm>
          <a:prstGeom prst="ellipse">
            <a:avLst/>
          </a:prstGeom>
          <a:solidFill>
            <a:srgbClr val="0058A3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94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 delivered to the manager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Tools: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(5) + Stock (4) + Margin (4) + Actions (1) + What-If (3) + Insights (1) + Context (1) + Memory (1)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Agent Loop: up to 10 tool-calling rounds per request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TESTING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&amp; Quality Assurance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3931920" cy="22860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363,000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 per article per store per 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87,000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predictions with accuracy tracking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87,000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Availability, OOS, burn rates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articles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HFB, series, colours, descriptions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IKEA locations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Berlin, Amsterdam, Stockholm, 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46320" y="16459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reference validator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reasonableness checks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Critic-refine-evaluate loop for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price elasticity evaluation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date format auto-detection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isolation per user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Pre-warmed insights cache (no cold starts)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450K+ data rows  |  22 API endpoints  |  20 LLM tools  |  8 stores  |  Full 2024 calendar year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Data &amp; Quality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STATUS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of 11 Target Components Built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A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manager interface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HTML/CSS/JS with Skapa design, 3 tabs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agent orchestrator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tool-calling, 20 tools, critic-refine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Q&amp;A engine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Conversational Q&amp;A with store context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sparring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Price, availability, demand what-if (via chat)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Proactive insights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Auto-surfaced alerts, 30-min refresh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 memory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history + persistent preferences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tools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analysis functions (sales/stock/margin)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scheduler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refresh, pre-warmed cache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data store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CSV-based demand and accuracy 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context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6E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holidays, 12 promos, seasonal patterns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knowledge 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Embeddings, SOPs, document retrieval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91% of target architecture implemented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POTENTIAL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hackathon prototype demonstrates what a production-ready AI assistant for IKEA retail could look like. The path forward: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Knowledge 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SOPs, playbooks, and corporate guidelines for RAG-based retrieval. Enables answers grounded in IKEA documentation.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864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972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live IKEA data sources (sales APIs, inventory systems, promotion calendars) instead of CSV snapshots.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548640" cy="365760"/>
          </a:xfrm>
          <a:prstGeom prst="rect">
            <a:avLst/>
          </a:prstGeom>
          <a:solidFill>
            <a:srgbClr val="CC88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972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Store-level login for personalised preferences, audit trails, and role-based access control.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548640" cy="365760"/>
          </a:xfrm>
          <a:prstGeom prst="rect">
            <a:avLst/>
          </a:prstGeom>
          <a:solidFill>
            <a:srgbClr val="CC8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46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972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External APIs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holiday calendars, weather data, and campaign management system integration.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548640" cy="36576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9728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749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Localise UI and AI responses per store region (Swedish, Dutch, German, etc.)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548640" cy="36576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9728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Visualisations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 for trend analysis, comparisons, and data exploration.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Every IKEA store manager starts their day with an AI co-worker that knows their store, anticipates problems, and recommends actions.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8A3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 |  Roadmap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58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ost.jansen/Local/agent_framework/challenge_3_riverhacks/Ikea_logo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731520"/>
            <a:ext cx="155448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Tack!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Hej Assistant — making every store morning smarter.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FFDA1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RiverHacks 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Hej Assistant — AI Commercial Briefing for IKEA Store Managers</dc:title>
  <dc:subject>PptxGenJS Presentation</dc:subject>
  <dc:creator>Hej Assistant Team</dc:creator>
  <cp:lastModifiedBy>Hej Assistant Team</cp:lastModifiedBy>
  <cp:revision>1</cp:revision>
  <dcterms:created xsi:type="dcterms:W3CDTF">2026-05-28T14:50:19Z</dcterms:created>
  <dcterms:modified xsi:type="dcterms:W3CDTF">2026-05-28T14:50:19Z</dcterms:modified>
</cp:coreProperties>
</file>