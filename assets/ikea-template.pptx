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template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gs/tag14.xml" ContentType="application/vnd.openxmlformats-officedocument.presentationml.tags+xml"/>
  <Override PartName="/ppt/tags/tag1.xml" ContentType="application/vnd.openxmlformats-officedocument.presentationml.tags+xml"/>
  <Override PartName="/ppt/tags/tag13.xml" ContentType="application/vnd.openxmlformats-officedocument.presentationml.tags+xml"/>
  <Override PartName="/ppt/tags/tag12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ppt/tags/tag5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8.xml" ContentType="application/vnd.openxmlformats-officedocument.presentationml.tag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3"/>
  </p:sldMasterIdLst>
  <p:notesMasterIdLst>
    <p:notesMasterId r:id="rId12"/>
  </p:notesMasterIdLst>
  <p:sldIdLst>
    <p:sldId id="2147475494" r:id="rId4"/>
    <p:sldId id="2147475499" r:id="rId5"/>
    <p:sldId id="2147475500" r:id="rId6"/>
    <p:sldId id="2147475493" r:id="rId7"/>
    <p:sldId id="2147475498" r:id="rId8"/>
    <p:sldId id="2147475495" r:id="rId9"/>
    <p:sldId id="2147475496" r:id="rId10"/>
    <p:sldId id="2147475497" r:id="rId11"/>
  </p:sldIdLst>
  <p:sldSz cx="12192000" cy="6858000"/>
  <p:notesSz cx="6858000" cy="9144000"/>
  <p:custDataLst>
    <p:tags r:id="rId13"/>
  </p:custDataLst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gs" Target="tags/tag1.xml"/><Relationship Id="rId18" Type="http://schemas.openxmlformats.org/officeDocument/2006/relationships/customXml" Target="../customXml/item3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F78C4-F94B-1B43-97BD-AE51560E5798}" type="datetimeFigureOut">
              <a:rPr lang="en-NL" smtClean="0"/>
              <a:t>05/10/2023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0690A-FE9F-D44E-9FBB-4AE96FD876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0350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E5AA473-5C69-B2B3-1490-4D48D6C6A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874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5AA473-5C69-B2B3-1490-4D48D6C6A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2FD8-50A5-0043-4F70-CAC4C5D4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17F1A164-B463-406D-BC87-293AF4B7F3A9}" type="slidenum">
              <a:rPr lang="en-NL" smtClean="0"/>
              <a:t>‹#›</a:t>
            </a:fld>
            <a:endParaRPr lang="en-NL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863CCDC8-FBE7-89BA-D1C9-ED9AF154D6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rgbClr val="E4E5E3"/>
          </a:solidFill>
        </p:spPr>
        <p:txBody>
          <a:bodyPr>
            <a:normAutofit/>
          </a:bodyPr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Drag and drop or click the icon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379246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E5AA473-5C69-B2B3-1490-4D48D6C6A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4643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5AA473-5C69-B2B3-1490-4D48D6C6A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58D85-24A2-C35E-7521-7C88A4F6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8501" y="6356350"/>
            <a:ext cx="5293738" cy="365125"/>
          </a:xfrm>
          <a:prstGeom prst="rect">
            <a:avLst/>
          </a:prstGeom>
        </p:spPr>
        <p:txBody>
          <a:bodyPr tIns="0" bIns="0"/>
          <a:lstStyle/>
          <a:p>
            <a:r>
              <a:rPr lang="en-US" dirty="0"/>
              <a:t>Footer: use this for sources and further clarifications</a:t>
            </a:r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2FD8-50A5-0043-4F70-CAC4C5D4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17F1A164-B463-406D-BC87-293AF4B7F3A9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13DA5AC-0A33-FD78-0CBE-4407776FC6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949210"/>
            <a:ext cx="5293738" cy="41042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lang="nl-NL" sz="1800" b="0" dirty="0">
                <a:solidFill>
                  <a:schemeClr val="tx1"/>
                </a:solidFill>
              </a:defRPr>
            </a:lvl1pPr>
          </a:lstStyle>
          <a:p>
            <a:pPr marL="0" lvl="0" indent="0" defTabSz="914377">
              <a:lnSpc>
                <a:spcPct val="100000"/>
              </a:lnSpc>
              <a:buNone/>
            </a:pPr>
            <a:r>
              <a:rPr lang="en-US" dirty="0"/>
              <a:t>Click to edit sub title style</a:t>
            </a:r>
            <a:endParaRPr lang="nl-N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AA8344-56DA-753A-38B1-2F271BD6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269875"/>
            <a:ext cx="5293740" cy="661986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>
              <a:defRPr lang="nl-NL" sz="2800" b="1" spc="-100" baseline="0">
                <a:latin typeface="Noto IKEA Latin" panose="020B0502040504020204" pitchFamily="34" charset="0"/>
                <a:ea typeface="+mn-ea"/>
                <a:cs typeface="+mn-cs"/>
              </a:defRPr>
            </a:lvl1pPr>
          </a:lstStyle>
          <a:p>
            <a:pPr marL="0" lvl="0" indent="0" defTabSz="719138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Segoe UI Light" panose="020B0502040204020203" pitchFamily="34" charset="0"/>
            </a:pPr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3" name="Tijdelijke aanduiding voor verticale tekst 2">
            <a:extLst>
              <a:ext uri="{FF2B5EF4-FFF2-40B4-BE49-F238E27FC236}">
                <a16:creationId xmlns:a16="http://schemas.microsoft.com/office/drawing/2014/main" id="{4057916F-922E-8BD8-044D-6556812D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8501" y="1449389"/>
            <a:ext cx="5293738" cy="4643436"/>
          </a:xfrm>
          <a:prstGeom prst="rect">
            <a:avLst/>
          </a:prstGeom>
        </p:spPr>
        <p:txBody>
          <a:bodyPr vert="horz" lIns="0" tIns="0" rIns="0" bIns="0"/>
          <a:lstStyle>
            <a:lvl1pPr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1pPr>
            <a:lvl2pPr marL="622300" indent="-17780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901700" indent="-171450">
              <a:spcAft>
                <a:spcPts val="12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371566" indent="0">
              <a:buNone/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863CCDC8-FBE7-89BA-D1C9-ED9AF154D6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solidFill>
            <a:srgbClr val="E4E5E3"/>
          </a:solidFill>
        </p:spPr>
        <p:txBody>
          <a:bodyPr>
            <a:normAutofit/>
          </a:bodyPr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Drag and drop or click the icon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308843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E5AA473-5C69-B2B3-1490-4D48D6C6A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511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5AA473-5C69-B2B3-1490-4D48D6C6A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58D85-24A2-C35E-7521-7C88A4F6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8501" y="6356350"/>
            <a:ext cx="5293738" cy="365125"/>
          </a:xfrm>
          <a:prstGeom prst="rect">
            <a:avLst/>
          </a:prstGeom>
        </p:spPr>
        <p:txBody>
          <a:bodyPr tIns="0" bIns="0"/>
          <a:lstStyle/>
          <a:p>
            <a:r>
              <a:rPr lang="en-US" dirty="0"/>
              <a:t>Footer: use this for sources and further clarifications</a:t>
            </a:r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2FD8-50A5-0043-4F70-CAC4C5D4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17F1A164-B463-406D-BC87-293AF4B7F3A9}" type="slidenum">
              <a:rPr lang="en-NL" smtClean="0"/>
              <a:t>‹#›</a:t>
            </a:fld>
            <a:endParaRPr lang="en-NL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863CCDC8-FBE7-89BA-D1C9-ED9AF154D6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solidFill>
            <a:srgbClr val="E4E5E3"/>
          </a:solidFill>
        </p:spPr>
        <p:txBody>
          <a:bodyPr>
            <a:normAutofit/>
          </a:bodyPr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Drag and drop or click the icon to add a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C2D2B6-59A5-9FB0-5B57-289352CDA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00" y="1449388"/>
            <a:ext cx="5293740" cy="661986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>
              <a:defRPr lang="nl-NL" sz="2800" b="1" spc="-100" baseline="0">
                <a:latin typeface="Noto IKEA Latin" panose="020B0502040504020204" pitchFamily="34" charset="0"/>
                <a:ea typeface="+mn-ea"/>
                <a:cs typeface="+mn-cs"/>
              </a:defRPr>
            </a:lvl1pPr>
          </a:lstStyle>
          <a:p>
            <a:pPr marL="0" lvl="0" indent="0" defTabSz="719138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Segoe UI Light" panose="020B0502040204020203" pitchFamily="34" charset="0"/>
            </a:pPr>
            <a:r>
              <a:rPr lang="en-US" dirty="0"/>
              <a:t>Click to edit chapter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627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E5AA473-5C69-B2B3-1490-4D48D6C6A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51928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58D85-24A2-C35E-7521-7C88A4F6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8500" y="6356350"/>
            <a:ext cx="6650821" cy="365125"/>
          </a:xfrm>
          <a:prstGeom prst="rect">
            <a:avLst/>
          </a:prstGeom>
        </p:spPr>
        <p:txBody>
          <a:bodyPr tIns="0" bIns="0"/>
          <a:lstStyle/>
          <a:p>
            <a:r>
              <a:rPr lang="en-US" dirty="0"/>
              <a:t>Footer: use this for sources and further clarifications</a:t>
            </a:r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2FD8-50A5-0043-4F70-CAC4C5D4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17F1A164-B463-406D-BC87-293AF4B7F3A9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13DA5AC-0A33-FD78-0CBE-4407776FC6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499" y="949210"/>
            <a:ext cx="10977563" cy="41042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lang="nl-NL" sz="1800" b="0" dirty="0">
                <a:solidFill>
                  <a:schemeClr val="tx1"/>
                </a:solidFill>
              </a:defRPr>
            </a:lvl1pPr>
          </a:lstStyle>
          <a:p>
            <a:pPr marL="0" lvl="0" indent="0" defTabSz="914377">
              <a:lnSpc>
                <a:spcPct val="100000"/>
              </a:lnSpc>
              <a:buNone/>
            </a:pPr>
            <a:r>
              <a:rPr lang="en-US" dirty="0"/>
              <a:t>Click to edit sub title style</a:t>
            </a:r>
            <a:endParaRPr lang="nl-N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AA8344-56DA-753A-38B1-2F271BD6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99" y="269875"/>
            <a:ext cx="10977563" cy="661986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>
              <a:defRPr lang="nl-NL" sz="2800" b="1" spc="-100" baseline="0">
                <a:latin typeface="Noto IKEA Latin" panose="020B0502040504020204" pitchFamily="34" charset="0"/>
                <a:ea typeface="+mn-ea"/>
                <a:cs typeface="+mn-cs"/>
              </a:defRPr>
            </a:lvl1pPr>
          </a:lstStyle>
          <a:p>
            <a:pPr marL="0" lvl="0" indent="0" defTabSz="719138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Segoe UI Light" panose="020B0502040204020203" pitchFamily="34" charset="0"/>
            </a:pPr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F1A875-E49C-E295-633B-755B93E337C5}"/>
              </a:ext>
            </a:extLst>
          </p:cNvPr>
          <p:cNvSpPr/>
          <p:nvPr userDrawn="1"/>
        </p:nvSpPr>
        <p:spPr>
          <a:xfrm>
            <a:off x="7608167" y="1449388"/>
            <a:ext cx="4067895" cy="46466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L"/>
          </a:p>
        </p:txBody>
      </p:sp>
      <p:sp>
        <p:nvSpPr>
          <p:cNvPr id="12" name="Tijdelijke aanduiding voor verticale tekst 2">
            <a:extLst>
              <a:ext uri="{FF2B5EF4-FFF2-40B4-BE49-F238E27FC236}">
                <a16:creationId xmlns:a16="http://schemas.microsoft.com/office/drawing/2014/main" id="{F3876A87-FFDE-3204-5060-E742D5A31F85}"/>
              </a:ext>
            </a:extLst>
          </p:cNvPr>
          <p:cNvSpPr>
            <a:spLocks noGrp="1"/>
          </p:cNvSpPr>
          <p:nvPr>
            <p:ph type="body" orient="vert" idx="16"/>
          </p:nvPr>
        </p:nvSpPr>
        <p:spPr>
          <a:xfrm>
            <a:off x="7796893" y="1666509"/>
            <a:ext cx="3696607" cy="4105641"/>
          </a:xfrm>
          <a:prstGeom prst="rect">
            <a:avLst/>
          </a:prstGeom>
        </p:spPr>
        <p:txBody>
          <a:bodyPr vert="horz" lIns="0" tIns="0" rIns="0" bIns="0"/>
          <a:lstStyle>
            <a:lvl1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1pPr>
            <a:lvl2pPr marL="266700" indent="-2667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3" name="Tijdelijke aanduiding voor verticale tekst 2">
            <a:extLst>
              <a:ext uri="{FF2B5EF4-FFF2-40B4-BE49-F238E27FC236}">
                <a16:creationId xmlns:a16="http://schemas.microsoft.com/office/drawing/2014/main" id="{4057916F-922E-8BD8-044D-6556812D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8500" y="1449389"/>
            <a:ext cx="6650821" cy="4643436"/>
          </a:xfrm>
          <a:prstGeom prst="rect">
            <a:avLst/>
          </a:prstGeom>
        </p:spPr>
        <p:txBody>
          <a:bodyPr vert="horz" lIns="0" tIns="0" rIns="0" bIns="0"/>
          <a:lstStyle>
            <a:lvl1pPr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1pPr>
            <a:lvl2pPr marL="622300" indent="-17780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901700" indent="-171450">
              <a:spcAft>
                <a:spcPts val="12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371566" indent="0">
              <a:buNone/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4" name="Content Placeholder 23">
            <a:extLst>
              <a:ext uri="{FF2B5EF4-FFF2-40B4-BE49-F238E27FC236}">
                <a16:creationId xmlns:a16="http://schemas.microsoft.com/office/drawing/2014/main" id="{C11ED808-B2C9-AF9B-7BC0-45EA33ACE8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08168" y="6352904"/>
            <a:ext cx="4067895" cy="246221"/>
          </a:xfrm>
        </p:spPr>
        <p:txBody>
          <a:bodyPr vert="horz" lIns="0" tIns="0" rIns="0" bIns="45720" rtlCol="0" anchor="t" anchorCtr="0"/>
          <a:lstStyle>
            <a:lvl1pPr>
              <a:defRPr lang="en-GB" sz="10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err="1"/>
              <a:t>emailaddress</a:t>
            </a:r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52F3BA-CD13-B901-7A4C-C891A0980C63}"/>
              </a:ext>
            </a:extLst>
          </p:cNvPr>
          <p:cNvSpPr txBox="1"/>
          <p:nvPr userDrawn="1"/>
        </p:nvSpPr>
        <p:spPr>
          <a:xfrm>
            <a:off x="7610028" y="6106683"/>
            <a:ext cx="1728189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For more details contact:</a:t>
            </a:r>
          </a:p>
        </p:txBody>
      </p:sp>
    </p:spTree>
    <p:extLst>
      <p:ext uri="{BB962C8B-B14F-4D97-AF65-F5344CB8AC3E}">
        <p14:creationId xmlns:p14="http://schemas.microsoft.com/office/powerpoint/2010/main" val="3315683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E5AA473-5C69-B2B3-1490-4D48D6C6A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51928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5AA473-5C69-B2B3-1490-4D48D6C6A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58D85-24A2-C35E-7521-7C88A4F6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8500" y="6356350"/>
            <a:ext cx="6650821" cy="365125"/>
          </a:xfrm>
          <a:prstGeom prst="rect">
            <a:avLst/>
          </a:prstGeom>
        </p:spPr>
        <p:txBody>
          <a:bodyPr tIns="0" bIns="0"/>
          <a:lstStyle/>
          <a:p>
            <a:r>
              <a:rPr lang="en-US" dirty="0"/>
              <a:t>Footer: use this for sources and further clarifications</a:t>
            </a:r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2FD8-50A5-0043-4F70-CAC4C5D4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17F1A164-B463-406D-BC87-293AF4B7F3A9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13DA5AC-0A33-FD78-0CBE-4407776FC6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499" y="949210"/>
            <a:ext cx="10977563" cy="41042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lang="nl-NL" sz="1800" b="0" dirty="0">
                <a:solidFill>
                  <a:schemeClr val="tx1"/>
                </a:solidFill>
              </a:defRPr>
            </a:lvl1pPr>
          </a:lstStyle>
          <a:p>
            <a:pPr marL="0" lvl="0" indent="0" defTabSz="914377">
              <a:lnSpc>
                <a:spcPct val="100000"/>
              </a:lnSpc>
              <a:buNone/>
            </a:pPr>
            <a:r>
              <a:rPr lang="en-US" dirty="0"/>
              <a:t>Click to edit sub title style</a:t>
            </a:r>
            <a:endParaRPr lang="nl-N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AA8344-56DA-753A-38B1-2F271BD6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99" y="269875"/>
            <a:ext cx="10977563" cy="661986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>
              <a:defRPr lang="nl-NL" sz="2800" b="1" spc="-100" baseline="0">
                <a:latin typeface="Noto IKEA Latin" panose="020B0502040504020204" pitchFamily="34" charset="0"/>
                <a:ea typeface="+mn-ea"/>
                <a:cs typeface="+mn-cs"/>
              </a:defRPr>
            </a:lvl1pPr>
          </a:lstStyle>
          <a:p>
            <a:pPr marL="0" lvl="0" indent="0" defTabSz="719138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Segoe UI Light" panose="020B0502040204020203" pitchFamily="34" charset="0"/>
            </a:pPr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F1A875-E49C-E295-633B-755B93E337C5}"/>
              </a:ext>
            </a:extLst>
          </p:cNvPr>
          <p:cNvSpPr/>
          <p:nvPr userDrawn="1"/>
        </p:nvSpPr>
        <p:spPr>
          <a:xfrm>
            <a:off x="7608167" y="1449388"/>
            <a:ext cx="4067895" cy="46466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L"/>
          </a:p>
        </p:txBody>
      </p:sp>
      <p:sp>
        <p:nvSpPr>
          <p:cNvPr id="12" name="Tijdelijke aanduiding voor verticale tekst 2">
            <a:extLst>
              <a:ext uri="{FF2B5EF4-FFF2-40B4-BE49-F238E27FC236}">
                <a16:creationId xmlns:a16="http://schemas.microsoft.com/office/drawing/2014/main" id="{F3876A87-FFDE-3204-5060-E742D5A31F85}"/>
              </a:ext>
            </a:extLst>
          </p:cNvPr>
          <p:cNvSpPr>
            <a:spLocks noGrp="1"/>
          </p:cNvSpPr>
          <p:nvPr>
            <p:ph type="body" orient="vert" idx="16"/>
          </p:nvPr>
        </p:nvSpPr>
        <p:spPr>
          <a:xfrm>
            <a:off x="7796893" y="1666509"/>
            <a:ext cx="3696607" cy="4105641"/>
          </a:xfrm>
          <a:prstGeom prst="rect">
            <a:avLst/>
          </a:prstGeom>
        </p:spPr>
        <p:txBody>
          <a:bodyPr vert="horz" lIns="0" tIns="0" rIns="0" bIns="0"/>
          <a:lstStyle>
            <a:lvl1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1pPr>
            <a:lvl2pPr marL="266700" indent="-2667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3" name="Tijdelijke aanduiding voor verticale tekst 2">
            <a:extLst>
              <a:ext uri="{FF2B5EF4-FFF2-40B4-BE49-F238E27FC236}">
                <a16:creationId xmlns:a16="http://schemas.microsoft.com/office/drawing/2014/main" id="{4057916F-922E-8BD8-044D-6556812D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8500" y="1449389"/>
            <a:ext cx="6650821" cy="4643436"/>
          </a:xfrm>
          <a:prstGeom prst="rect">
            <a:avLst/>
          </a:prstGeom>
        </p:spPr>
        <p:txBody>
          <a:bodyPr vert="horz" lIns="0" tIns="0" rIns="0" bIns="0"/>
          <a:lstStyle>
            <a:lvl1pPr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1pPr>
            <a:lvl2pPr marL="622300" indent="-17780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901700" indent="-171450">
              <a:spcAft>
                <a:spcPts val="12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371566" indent="0">
              <a:buNone/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0015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E5AA473-5C69-B2B3-1490-4D48D6C6A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51928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5AA473-5C69-B2B3-1490-4D48D6C6A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58D85-24A2-C35E-7521-7C88A4F6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8500" y="6356350"/>
            <a:ext cx="6650821" cy="365125"/>
          </a:xfrm>
          <a:prstGeom prst="rect">
            <a:avLst/>
          </a:prstGeom>
        </p:spPr>
        <p:txBody>
          <a:bodyPr tIns="0" bIns="0"/>
          <a:lstStyle/>
          <a:p>
            <a:r>
              <a:rPr lang="en-US" dirty="0"/>
              <a:t>Footer: use this for sources and further clarifications</a:t>
            </a:r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2FD8-50A5-0043-4F70-CAC4C5D4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17F1A164-B463-406D-BC87-293AF4B7F3A9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13DA5AC-0A33-FD78-0CBE-4407776FC6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499" y="949210"/>
            <a:ext cx="10977563" cy="41042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lang="nl-NL" sz="1800" b="0" dirty="0">
                <a:solidFill>
                  <a:schemeClr val="tx1"/>
                </a:solidFill>
              </a:defRPr>
            </a:lvl1pPr>
          </a:lstStyle>
          <a:p>
            <a:pPr marL="0" lvl="0" indent="0" defTabSz="914377">
              <a:lnSpc>
                <a:spcPct val="100000"/>
              </a:lnSpc>
              <a:buNone/>
            </a:pPr>
            <a:r>
              <a:rPr lang="en-US" dirty="0"/>
              <a:t>Click to edit sub title style</a:t>
            </a:r>
            <a:endParaRPr lang="nl-N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AA8344-56DA-753A-38B1-2F271BD6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99" y="269875"/>
            <a:ext cx="10977563" cy="661986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>
              <a:defRPr lang="nl-NL" sz="2800" b="1" spc="-100" baseline="0">
                <a:latin typeface="Noto IKEA Latin" panose="020B0502040504020204" pitchFamily="34" charset="0"/>
                <a:ea typeface="+mn-ea"/>
                <a:cs typeface="+mn-cs"/>
              </a:defRPr>
            </a:lvl1pPr>
          </a:lstStyle>
          <a:p>
            <a:pPr marL="0" lvl="0" indent="0" defTabSz="719138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Segoe UI Light" panose="020B0502040204020203" pitchFamily="34" charset="0"/>
            </a:pPr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13" name="Tijdelijke aanduiding voor verticale tekst 2">
            <a:extLst>
              <a:ext uri="{FF2B5EF4-FFF2-40B4-BE49-F238E27FC236}">
                <a16:creationId xmlns:a16="http://schemas.microsoft.com/office/drawing/2014/main" id="{4057916F-922E-8BD8-044D-6556812D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8500" y="1449389"/>
            <a:ext cx="10977562" cy="4643436"/>
          </a:xfrm>
          <a:prstGeom prst="rect">
            <a:avLst/>
          </a:prstGeom>
        </p:spPr>
        <p:txBody>
          <a:bodyPr vert="horz" lIns="0" tIns="0" rIns="0" bIns="0"/>
          <a:lstStyle>
            <a:lvl1pPr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1pPr>
            <a:lvl2pPr marL="622300" indent="-17780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901700" indent="-171450">
              <a:spcAft>
                <a:spcPts val="12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371566" indent="0">
              <a:buNone/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4" name="Content Placeholder 23">
            <a:extLst>
              <a:ext uri="{FF2B5EF4-FFF2-40B4-BE49-F238E27FC236}">
                <a16:creationId xmlns:a16="http://schemas.microsoft.com/office/drawing/2014/main" id="{C11ED808-B2C9-AF9B-7BC0-45EA33ACE8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08168" y="6352904"/>
            <a:ext cx="4067895" cy="246221"/>
          </a:xfrm>
        </p:spPr>
        <p:txBody>
          <a:bodyPr vert="horz" lIns="0" tIns="0" rIns="0" bIns="45720" rtlCol="0" anchor="t" anchorCtr="0"/>
          <a:lstStyle>
            <a:lvl1pPr>
              <a:defRPr lang="en-GB" sz="10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err="1"/>
              <a:t>emailaddress</a:t>
            </a:r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52F3BA-CD13-B901-7A4C-C891A0980C63}"/>
              </a:ext>
            </a:extLst>
          </p:cNvPr>
          <p:cNvSpPr txBox="1"/>
          <p:nvPr userDrawn="1"/>
        </p:nvSpPr>
        <p:spPr>
          <a:xfrm>
            <a:off x="7610028" y="6106683"/>
            <a:ext cx="1728189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For more details contact:</a:t>
            </a:r>
          </a:p>
        </p:txBody>
      </p:sp>
    </p:spTree>
    <p:extLst>
      <p:ext uri="{BB962C8B-B14F-4D97-AF65-F5344CB8AC3E}">
        <p14:creationId xmlns:p14="http://schemas.microsoft.com/office/powerpoint/2010/main" val="2263561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E5AA473-5C69-B2B3-1490-4D48D6C6A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51928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5AA473-5C69-B2B3-1490-4D48D6C6A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58D85-24A2-C35E-7521-7C88A4F6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8500" y="6356350"/>
            <a:ext cx="6650821" cy="365125"/>
          </a:xfrm>
          <a:prstGeom prst="rect">
            <a:avLst/>
          </a:prstGeom>
        </p:spPr>
        <p:txBody>
          <a:bodyPr tIns="0" bIns="0"/>
          <a:lstStyle/>
          <a:p>
            <a:r>
              <a:rPr lang="en-US" dirty="0"/>
              <a:t>Footer: use this for sources and further clarifications</a:t>
            </a:r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2FD8-50A5-0043-4F70-CAC4C5D4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17F1A164-B463-406D-BC87-293AF4B7F3A9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13DA5AC-0A33-FD78-0CBE-4407776FC6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499" y="949210"/>
            <a:ext cx="10977563" cy="41042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lang="nl-NL" sz="1800" b="0" dirty="0">
                <a:solidFill>
                  <a:schemeClr val="tx1"/>
                </a:solidFill>
              </a:defRPr>
            </a:lvl1pPr>
          </a:lstStyle>
          <a:p>
            <a:pPr marL="0" lvl="0" indent="0" defTabSz="914377">
              <a:lnSpc>
                <a:spcPct val="100000"/>
              </a:lnSpc>
              <a:buNone/>
            </a:pPr>
            <a:r>
              <a:rPr lang="en-US" dirty="0"/>
              <a:t>Click to edit sub title style</a:t>
            </a:r>
            <a:endParaRPr lang="nl-N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AA8344-56DA-753A-38B1-2F271BD6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99" y="269875"/>
            <a:ext cx="10977563" cy="661986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>
              <a:defRPr lang="nl-NL" sz="2800" b="1" spc="-100" baseline="0">
                <a:latin typeface="Noto IKEA Latin" panose="020B0502040504020204" pitchFamily="34" charset="0"/>
                <a:ea typeface="+mn-ea"/>
                <a:cs typeface="+mn-cs"/>
              </a:defRPr>
            </a:lvl1pPr>
          </a:lstStyle>
          <a:p>
            <a:pPr marL="0" lvl="0" indent="0" defTabSz="719138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Segoe UI Light" panose="020B0502040204020203" pitchFamily="34" charset="0"/>
            </a:pPr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13" name="Tijdelijke aanduiding voor verticale tekst 2">
            <a:extLst>
              <a:ext uri="{FF2B5EF4-FFF2-40B4-BE49-F238E27FC236}">
                <a16:creationId xmlns:a16="http://schemas.microsoft.com/office/drawing/2014/main" id="{4057916F-922E-8BD8-044D-6556812D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8500" y="1449389"/>
            <a:ext cx="10977562" cy="4643436"/>
          </a:xfrm>
          <a:prstGeom prst="rect">
            <a:avLst/>
          </a:prstGeom>
        </p:spPr>
        <p:txBody>
          <a:bodyPr vert="horz" lIns="0" tIns="0" rIns="0" bIns="0"/>
          <a:lstStyle>
            <a:lvl1pPr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1pPr>
            <a:lvl2pPr marL="622300" indent="-17780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901700" indent="-171450">
              <a:spcAft>
                <a:spcPts val="12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371566" indent="0">
              <a:buNone/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1790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8873306-4592-C74D-984D-AFA4C8E725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52600" y="2438400"/>
            <a:ext cx="9448800" cy="838200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>
              <a:defRPr lang="sv-SE" sz="3600" b="1" spc="-100" baseline="0" dirty="0">
                <a:solidFill>
                  <a:schemeClr val="tx1"/>
                </a:solidFill>
              </a:defRPr>
            </a:lvl1pPr>
          </a:lstStyle>
          <a:p>
            <a:pPr marL="0" lvl="0" indent="0" defTabSz="719138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Segoe UI Light" panose="020B0502040204020203" pitchFamily="34" charset="0"/>
              <a:buNone/>
            </a:pPr>
            <a:r>
              <a:rPr lang="en-US" dirty="0"/>
              <a:t>Closing statement</a:t>
            </a:r>
            <a:endParaRPr lang="sv-S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975CA4-4CEE-6445-8EA0-1B5BE3BC0FA7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FCD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5639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756D8A3-69CA-FFB3-768A-EB582EA986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9205513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35" imgH="435" progId="TCLayout.ActiveDocument.1">
                  <p:embed/>
                </p:oleObj>
              </mc:Choice>
              <mc:Fallback>
                <p:oleObj name="think-cell Slide" r:id="rId11" imgW="435" imgH="4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3521F-226B-16C1-5EDF-C7FF29423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499" y="1412875"/>
            <a:ext cx="10977563" cy="46450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228600" lvl="0" indent="-228600" defTabSz="914377">
              <a:lnSpc>
                <a:spcPct val="100000"/>
              </a:lnSpc>
              <a:buClr>
                <a:schemeClr val="accent1"/>
              </a:buClr>
            </a:pPr>
            <a:r>
              <a:rPr lang="en-GB"/>
              <a:t>Click to edit Master text styles</a:t>
            </a:r>
          </a:p>
          <a:p>
            <a:pPr marL="228600" lvl="1" indent="-228600" defTabSz="914377">
              <a:lnSpc>
                <a:spcPct val="100000"/>
              </a:lnSpc>
              <a:buClr>
                <a:schemeClr val="accent1"/>
              </a:buClr>
            </a:pPr>
            <a:r>
              <a:rPr lang="en-GB"/>
              <a:t>Second level</a:t>
            </a:r>
          </a:p>
          <a:p>
            <a:pPr marL="228600" lvl="2" indent="-228600" defTabSz="914377">
              <a:lnSpc>
                <a:spcPct val="100000"/>
              </a:lnSpc>
              <a:buClr>
                <a:schemeClr val="accent1"/>
              </a:buClr>
            </a:pPr>
            <a:r>
              <a:rPr lang="en-GB"/>
              <a:t>Third level</a:t>
            </a:r>
          </a:p>
          <a:p>
            <a:pPr marL="228600" lvl="3" indent="-228600" defTabSz="914377">
              <a:lnSpc>
                <a:spcPct val="100000"/>
              </a:lnSpc>
              <a:buClr>
                <a:schemeClr val="accent1"/>
              </a:buClr>
            </a:pPr>
            <a:r>
              <a:rPr lang="en-GB"/>
              <a:t>Fourth level</a:t>
            </a:r>
          </a:p>
          <a:p>
            <a:pPr marL="228600" lvl="4" indent="-228600" defTabSz="914377">
              <a:lnSpc>
                <a:spcPct val="100000"/>
              </a:lnSpc>
              <a:buClr>
                <a:schemeClr val="accent1"/>
              </a:buClr>
            </a:pPr>
            <a:r>
              <a:rPr lang="en-GB"/>
              <a:t>Fifth level</a:t>
            </a:r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FDFC7-FDAB-B846-7290-BF4F3FD03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8500" y="6356350"/>
            <a:ext cx="68453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Noto IKEA Latin" panose="020B0502040504020204" pitchFamily="34" charset="0"/>
              </a:defRPr>
            </a:lvl1pPr>
          </a:lstStyle>
          <a:p>
            <a:r>
              <a:rPr lang="en-US"/>
              <a:t>Footer: use this for sources and further clarifications</a:t>
            </a:r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183BA-410D-24FA-052F-265A6658A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6312" y="6356350"/>
            <a:ext cx="35969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Noto IKEA Latin" panose="020B0502040504020204" pitchFamily="34" charset="0"/>
              </a:defRPr>
            </a:lvl1pPr>
          </a:lstStyle>
          <a:p>
            <a:fld id="{17F1A164-B463-406D-BC87-293AF4B7F3A9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81A41-94F0-BAB6-1FC5-B4E2AE4C111E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FCD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131FEC7-396F-7995-5BA8-0CC4905F443F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52084" y="1449177"/>
            <a:ext cx="2879873" cy="359692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Noto IKEA Latin" panose="020B0502040504020204" pitchFamily="34" charset="0"/>
                <a:ea typeface="+mn-ea"/>
                <a:cs typeface="+mn-cs"/>
              </a:defRPr>
            </a:lvl1pPr>
            <a:lvl2pPr marL="0" indent="-3429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spc="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© Ingka Holding B.V. 2020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14652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1" r:id="rId2"/>
    <p:sldLayoutId id="2147483722" r:id="rId3"/>
    <p:sldLayoutId id="2147483705" r:id="rId4"/>
    <p:sldLayoutId id="2147483718" r:id="rId5"/>
    <p:sldLayoutId id="2147483720" r:id="rId6"/>
    <p:sldLayoutId id="2147483719" r:id="rId7"/>
    <p:sldLayoutId id="2147483723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1400" kern="1200" smtClean="0">
          <a:solidFill>
            <a:schemeClr val="tx1"/>
          </a:solidFill>
          <a:latin typeface="Noto IKEA Latin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spc="0" smtClean="0">
          <a:solidFill>
            <a:schemeClr val="tx1"/>
          </a:solidFill>
          <a:latin typeface="Noto IKEA Latin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i="0" kern="1200" smtClean="0">
          <a:solidFill>
            <a:schemeClr val="tx1"/>
          </a:solidFill>
          <a:latin typeface="Noto IKEA Latin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smtClean="0">
          <a:solidFill>
            <a:schemeClr val="tx1"/>
          </a:solidFill>
          <a:latin typeface="Noto IKEA Latin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NL" sz="1400" kern="1200">
          <a:solidFill>
            <a:schemeClr val="tx1"/>
          </a:solidFill>
          <a:latin typeface="Noto IKEA Latin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97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pos="7355" userDrawn="1">
          <p15:clr>
            <a:srgbClr val="F26B43"/>
          </p15:clr>
        </p15:guide>
        <p15:guide id="6" orient="horz" pos="913" userDrawn="1">
          <p15:clr>
            <a:srgbClr val="F26B43"/>
          </p15:clr>
        </p15:guide>
        <p15:guide id="7" orient="horz" pos="38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B03389C-4BE0-1E4E-9016-76D0DDE0D5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25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86103F5-D432-40D0-B140-062C44727F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3759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A27C0B28-FE51-757F-25AE-76075868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Visualization checklist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D2153A-1FA6-3721-8276-3E0B3ECE2565}"/>
              </a:ext>
            </a:extLst>
          </p:cNvPr>
          <p:cNvSpPr/>
          <p:nvPr/>
        </p:nvSpPr>
        <p:spPr>
          <a:xfrm>
            <a:off x="698500" y="1203829"/>
            <a:ext cx="5248210" cy="1829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Are your visualizations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supporting the message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 Or distracting from it? (Where is Waldo?)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Is your slide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stripped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of all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redundant information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IKEA Latin" panose="020B0502040504020204" pitchFamily="34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8D7683-3A8D-E0E7-8C78-FE07C36BEEAD}"/>
              </a:ext>
            </a:extLst>
          </p:cNvPr>
          <p:cNvSpPr/>
          <p:nvPr/>
        </p:nvSpPr>
        <p:spPr>
          <a:xfrm>
            <a:off x="6408556" y="1583273"/>
            <a:ext cx="5248210" cy="4558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Did you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use graphs 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instead of tables or text?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Did you follow the rules?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Natural reading order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: top-down, left to right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X-axis for time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, Y-axis for everything else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No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line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in a graph if the information is not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continuous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Logical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start- and endpoint 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of your graphs (i.e. pie charts start at 12 o’clock)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Does the graph visualize the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message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Is the message supported by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number(s)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and can these number(s)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directly be found 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on the slide?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Did you use the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right graph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Does the graph have a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title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Is clear for each component of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      the graph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which value is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      represented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(€, #, $, etc)?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3D6A8A-F217-5BFC-A173-3694D642F3AE}"/>
              </a:ext>
            </a:extLst>
          </p:cNvPr>
          <p:cNvSpPr/>
          <p:nvPr/>
        </p:nvSpPr>
        <p:spPr>
          <a:xfrm>
            <a:off x="698500" y="3563948"/>
            <a:ext cx="5248210" cy="25776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IKEA Latin" panose="020B0502040504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Are the objects properly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aligned and distributed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 Both mutually and on the slide?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Are you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consistent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with font type, size, shape 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and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color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</a:t>
            </a:r>
            <a:b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</a:b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Use font Noto IKEA Latin 12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Did you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avoid too large font sizes 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and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bright colors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Did you use the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IKEA template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Is the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color association 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correct (red = bad, green = good?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Is your slide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peaceful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 and </a:t>
            </a: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orderly</a:t>
            </a: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3C610B-9B50-7A9A-49B0-106A958AD156}"/>
              </a:ext>
            </a:extLst>
          </p:cNvPr>
          <p:cNvSpPr/>
          <p:nvPr/>
        </p:nvSpPr>
        <p:spPr>
          <a:xfrm>
            <a:off x="698500" y="1203829"/>
            <a:ext cx="5248210" cy="379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Information 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172A3F-C3B1-4ABC-8DAE-4E4DDC974B19}"/>
              </a:ext>
            </a:extLst>
          </p:cNvPr>
          <p:cNvSpPr/>
          <p:nvPr/>
        </p:nvSpPr>
        <p:spPr>
          <a:xfrm>
            <a:off x="698500" y="3483014"/>
            <a:ext cx="5248210" cy="379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Slide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8351A7-37FF-18D7-7436-7782710A6020}"/>
              </a:ext>
            </a:extLst>
          </p:cNvPr>
          <p:cNvSpPr/>
          <p:nvPr/>
        </p:nvSpPr>
        <p:spPr>
          <a:xfrm>
            <a:off x="6408556" y="1203829"/>
            <a:ext cx="5248210" cy="379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IKEA Latin" panose="020B0502040504020204" pitchFamily="34" charset="0"/>
                <a:ea typeface="+mn-ea"/>
                <a:cs typeface="+mn-cs"/>
              </a:rPr>
              <a:t>Graphs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D28932-B5E3-D4E9-2CFE-6E85DF141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5988" y="4402255"/>
            <a:ext cx="2361901" cy="126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6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E98F30D-08A6-18A6-58AA-03D87F2517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1743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1B1530-12CA-0601-D679-DE06A1E0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Sources: data tables, dashboards, incl time period selected</a:t>
            </a:r>
            <a:br>
              <a:rPr lang="en-US" dirty="0"/>
            </a:br>
            <a:r>
              <a:rPr lang="en-US" dirty="0"/>
              <a:t>References: use numbering: 1), 2), etc.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9DEF1-23ED-08D5-ADCC-9E90A3288F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SUBTITLE: BRIEF DESCRIPTIVE, MAX 1 LINE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87D126-CF6D-591C-5D57-2358C846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ACTIONABLE HEADER: Doing X will result in Y </a:t>
            </a:r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F31D4EF0-55E5-2C90-3934-94A36111912F}"/>
              </a:ext>
            </a:extLst>
          </p:cNvPr>
          <p:cNvSpPr>
            <a:spLocks noGrp="1"/>
          </p:cNvSpPr>
          <p:nvPr>
            <p:ph type="body" orient="vert" idx="16"/>
          </p:nvPr>
        </p:nvSpPr>
        <p:spPr/>
        <p:txBody>
          <a:bodyPr/>
          <a:lstStyle/>
          <a:p>
            <a:r>
              <a:rPr lang="en-GB" dirty="0"/>
              <a:t>Situation, complication, question intro (SCQ)</a:t>
            </a:r>
          </a:p>
          <a:p>
            <a:r>
              <a:rPr lang="en-GB" dirty="0"/>
              <a:t>More explanation on the answer (A) if needed</a:t>
            </a:r>
          </a:p>
          <a:p>
            <a:r>
              <a:rPr lang="en-GB" dirty="0"/>
              <a:t>Next steps, implementation, etc.</a:t>
            </a:r>
          </a:p>
        </p:txBody>
      </p:sp>
      <p:sp>
        <p:nvSpPr>
          <p:cNvPr id="6" name="Vertical Text Placeholder 5">
            <a:extLst>
              <a:ext uri="{FF2B5EF4-FFF2-40B4-BE49-F238E27FC236}">
                <a16:creationId xmlns:a16="http://schemas.microsoft.com/office/drawing/2014/main" id="{D3AC9EA8-FD5A-FEFC-21CC-2953DD061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Evidence for the 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Graphs all in think-cell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View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guides for aligning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it does not support the header, </a:t>
            </a:r>
            <a:r>
              <a:rPr lang="en-GB" b="1" dirty="0"/>
              <a:t>leave it out (less is more)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98FFE7-C634-162C-9ABB-3BB3ED505022}"/>
              </a:ext>
            </a:extLst>
          </p:cNvPr>
          <p:cNvSpPr txBox="1"/>
          <p:nvPr/>
        </p:nvSpPr>
        <p:spPr>
          <a:xfrm>
            <a:off x="4390445" y="108452"/>
            <a:ext cx="3411109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Monthly slide guidelines</a:t>
            </a:r>
          </a:p>
        </p:txBody>
      </p:sp>
    </p:spTree>
    <p:extLst>
      <p:ext uri="{BB962C8B-B14F-4D97-AF65-F5344CB8AC3E}">
        <p14:creationId xmlns:p14="http://schemas.microsoft.com/office/powerpoint/2010/main" val="840951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96D6B63-0165-8EE2-59FE-3CC2AE834D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05362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8154AE-E634-E424-DFBA-E7CF74AD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Footer: use this for sources and references</a:t>
            </a:r>
            <a:endParaRPr lang="en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5511A2-D148-8ADD-C722-045C436EB4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2575A3-8901-5138-329A-D5001778C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683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EDC98A-9EDA-3758-D0EE-B76FA2A4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Footer: use this for sources and further clarifications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7EF64-4CCF-C186-2B7F-9EC4F3DD74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BCD195-A313-E556-AA86-60942CB52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D58D6D4F-F52E-5169-81AA-14116854AA90}"/>
              </a:ext>
            </a:extLst>
          </p:cNvPr>
          <p:cNvSpPr>
            <a:spLocks noGrp="1"/>
          </p:cNvSpPr>
          <p:nvPr>
            <p:ph type="body" orient="vert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Vertical Text Placeholder 5">
            <a:extLst>
              <a:ext uri="{FF2B5EF4-FFF2-40B4-BE49-F238E27FC236}">
                <a16:creationId xmlns:a16="http://schemas.microsoft.com/office/drawing/2014/main" id="{75F174D0-2876-6E45-BD36-43D166E50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58DF33-7AD1-88C7-CF62-CB8EE318A75E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19965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230AF3A7-DF5D-9080-6E71-89438D320A5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8830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3A2D01-C4A4-4CD0-A324-2E501E13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Footer: use this for sources and further clarifications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8C5E2-ABBC-3A60-2C5D-F378D0B889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C2610D-0EB2-D06E-9B63-02509400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2AF4B-2C0C-1100-EC7A-BA8C2414FB2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880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C2BA9A2-3F26-E068-1ABC-60B6E233AE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3531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C52AD2-3E69-AC89-C212-AE52B9AC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Footer: use this for sources and further clarifications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6CB1B-9714-B2DE-886C-DE4C5328B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F06C1F-3DF6-EFE8-5B29-6F021551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DF7A935-5336-7ADD-8C62-E47E88CD556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300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A40ABF-D625-ACA0-4B27-4C16CB243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72407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03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IKEA insights">
      <a:dk1>
        <a:srgbClr val="000000"/>
      </a:dk1>
      <a:lt1>
        <a:srgbClr val="FFFFFF"/>
      </a:lt1>
      <a:dk2>
        <a:srgbClr val="424242"/>
      </a:dk2>
      <a:lt2>
        <a:srgbClr val="EAEAEA"/>
      </a:lt2>
      <a:accent1>
        <a:srgbClr val="FCD92A"/>
      </a:accent1>
      <a:accent2>
        <a:srgbClr val="FFF000"/>
      </a:accent2>
      <a:accent3>
        <a:srgbClr val="424242"/>
      </a:accent3>
      <a:accent4>
        <a:srgbClr val="919191"/>
      </a:accent4>
      <a:accent5>
        <a:srgbClr val="005A9B"/>
      </a:accent5>
      <a:accent6>
        <a:srgbClr val="FEFC78"/>
      </a:accent6>
      <a:hlink>
        <a:srgbClr val="E8ECE4"/>
      </a:hlink>
      <a:folHlink>
        <a:srgbClr val="919191"/>
      </a:folHlink>
    </a:clrScheme>
    <a:fontScheme name="Ikea">
      <a:majorFont>
        <a:latin typeface="Noto IKEA Latin"/>
        <a:ea typeface=""/>
        <a:cs typeface=""/>
      </a:majorFont>
      <a:minorFont>
        <a:latin typeface="Noto IKEA Lat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lIns="36000" tIns="36000" rIns="36000" bIns="36000" rtlCol="0" anchor="ctr"/>
      <a:lstStyle>
        <a:defPPr algn="ctr">
          <a:defRPr sz="1400" b="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36000" tIns="36000" rIns="36000" bIns="36000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F5D35F88-FCFA-6D4A-AC3D-38752198BCA9}" vid="{40813986-5292-264D-AF25-F516D2440A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105C3D6FD23146AEDC84000CABBEEB" ma:contentTypeVersion="15" ma:contentTypeDescription="Create a new document." ma:contentTypeScope="" ma:versionID="25e3394d06bd2ae861f7f1ff5fd3299c">
  <xsd:schema xmlns:xsd="http://www.w3.org/2001/XMLSchema" xmlns:xs="http://www.w3.org/2001/XMLSchema" xmlns:p="http://schemas.microsoft.com/office/2006/metadata/properties" xmlns:ns2="22e1f47e-d693-4194-84c7-3b4b0d19dcda" xmlns:ns3="ca5c0290-688f-475b-baa7-f892cf55917a" targetNamespace="http://schemas.microsoft.com/office/2006/metadata/properties" ma:root="true" ma:fieldsID="4ddcf97ecfeae54a2699ee99b811b1b0" ns2:_="" ns3:_="">
    <xsd:import namespace="22e1f47e-d693-4194-84c7-3b4b0d19dcda"/>
    <xsd:import namespace="ca5c0290-688f-475b-baa7-f892cf5591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1f47e-d693-4194-84c7-3b4b0d19dc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f74b9ce-e249-4914-9420-12ff0f463e8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5c0290-688f-475b-baa7-f892cf55917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d84a37-366f-40f2-86eb-5df2974df4f2}" ma:internalName="TaxCatchAll" ma:showField="CatchAllData" ma:web="ca5c0290-688f-475b-baa7-f892cf5591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5c0290-688f-475b-baa7-f892cf55917a" xsi:nil="true"/>
    <lcf76f155ced4ddcb4097134ff3c332f xmlns="22e1f47e-d693-4194-84c7-3b4b0d19dcd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A63E7BA-7A10-4FC7-A675-0A3B5AB7BF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33983B-EFB5-4E49-8B10-C7482AF73FA8}"/>
</file>

<file path=customXml/itemProps3.xml><?xml version="1.0" encoding="utf-8"?>
<ds:datastoreItem xmlns:ds="http://schemas.openxmlformats.org/officeDocument/2006/customXml" ds:itemID="{D2D88E5B-6A3F-4CD5-B460-00312225D41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369</Words>
  <Application>Microsoft Macintosh PowerPoint</Application>
  <PresentationFormat>Widescreen</PresentationFormat>
  <Paragraphs>44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Noto IKEA Latin</vt:lpstr>
      <vt:lpstr>Segoe UI Light</vt:lpstr>
      <vt:lpstr>Wingdings</vt:lpstr>
      <vt:lpstr>Custom Design</vt:lpstr>
      <vt:lpstr>think-cell Slide</vt:lpstr>
      <vt:lpstr>PowerPoint Presentation</vt:lpstr>
      <vt:lpstr>Visualization checklist</vt:lpstr>
      <vt:lpstr>ACTIONABLE HEADER: Doing X will result in Y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Boukje de Vries</dc:creator>
  <cp:lastModifiedBy>Boukje de Vries</cp:lastModifiedBy>
  <cp:revision>1</cp:revision>
  <dcterms:created xsi:type="dcterms:W3CDTF">2023-10-05T09:01:34Z</dcterms:created>
  <dcterms:modified xsi:type="dcterms:W3CDTF">2023-10-05T09:02:35Z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0x01010041105C3D6FD23146AEDC84000CABBEEB</vt:lpwstr>
  </property>
  <property fmtid="{D5CDD505-2E9C-101B-9397-08002B2CF9AE}" pid="3" name="MediaServiceImageTags">
    <vt:lpwstr/>
  </property>
</Properties>
</file>